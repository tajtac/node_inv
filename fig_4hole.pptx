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8"/>
  </p:normalViewPr>
  <p:slideViewPr>
    <p:cSldViewPr snapToGrid="0">
      <p:cViewPr varScale="1">
        <p:scale>
          <a:sx n="166" d="100"/>
          <a:sy n="166" d="100"/>
        </p:scale>
        <p:origin x="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E33A-BBB0-0E57-465A-072CFE36C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59671-FA2C-E994-65DF-6493E438C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DE4FA-CB77-39A2-F24E-91ACA878C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E0233-3761-22B0-FCC6-C289AC99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926FD-81C8-EDA7-6B87-FCECB5B2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02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D901-A3DA-C15E-A427-920F6560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E67F-A47C-C15B-C035-F3F5DD5D3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A8ED-6BA5-50B0-C348-D70729B6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3B229-0221-5F47-557B-5CC937F0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A35C4-1E36-2B5B-728E-D2B5040D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0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8B84-D6A4-79B7-C852-B2FF050EB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8D8D-A4F7-FB7D-8F02-B5AAE76BD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E3E9D-F685-274D-7CBE-30588F3E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A3EF4-6B61-9FE4-25F3-C5AB908D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2533C-42F3-6B15-AA90-5E6966AF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35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B4BF-C82C-2821-1476-EF0C7B00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135B-A201-144E-5E2D-5F247228F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829BE-7952-D611-35FE-B323C25DF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E2BD8-82A8-838F-6A92-E13DB0EB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FAB10-FC50-04E8-7E63-D9043FAC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DF871-A699-37BE-A503-45BAC458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7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636A-D8C1-C600-19E2-2842D826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DB66B-6F61-A67B-AABD-7590210C5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F518A-BF4D-A19F-2714-95449FD25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9E9A99-023B-0627-D509-62136CDCB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83856-E49F-45A1-DE78-97D027CF5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9420E4-29C7-E6DC-8C27-FD920B73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667E0-2A59-1DA0-05F7-D1100DF5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41DC7-2F76-E527-C799-EF3921C2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6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C8C3-909A-64EE-9770-D42511A0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DDBA8-C4B5-5821-0A3C-4BB3F0180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30C7D-CBC2-8FFC-B45C-60194CCF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B714A-E51A-AC6E-F594-328C75FB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9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BB274-40D5-446F-EA6D-26257BFB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02A39-18B4-2BC4-8D22-932371DC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F3CCD-4AA8-12A3-49F9-9818A627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6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BCCD-9CBD-2CDB-FFE2-411BA6E2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E391-CA7D-5D34-F5ED-D60A98B47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3EFBA-766C-E9B8-D2A4-9C5CCAD86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0276E-9D76-CE8E-56BA-FD94A2F81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6ECE6-B0E5-A465-1DD4-DCF3CC47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49B23-761B-5B72-957F-1E683490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FC83-3C66-141C-783A-2DC81156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1C4FC-686F-3D89-F137-1FE87D696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E3C27-A349-082A-6046-7150CBF40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01FD-CBAF-C389-21E8-F16EA693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2F02E-6CA7-88A8-1B56-C1F8F0C9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DE39D-69CA-8B0D-6C0A-5D4216D6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3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2819-040A-6E0E-9DBA-67D028BD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1A7CD-7F8D-E951-FA41-50D5B3DA2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71492-D327-265E-5013-6601E97B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E191F-B20B-95AE-0CCB-A34A8E36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B0012-F562-33DC-E845-2AA916FD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9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3BDD4-304C-E176-CC6B-D2C6BAFF8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D53B4-18D6-AFAC-32E3-34C4DDB2A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C813A-800B-63F6-BFB4-3C16C9BF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F4A1-78F6-656D-CA06-1EE8FCC2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548B-02AE-F407-3191-1B64B389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FE01B-6C07-CE0F-DC71-B96D10552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5F6D7-27F5-EE2C-8375-EA7940F74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A9E56-87A5-7C14-5402-E38B7817D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08A48-5082-B84A-AAF1-551CDC4FA45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6AB61-C383-B7A3-FE68-7C3A69F98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699A-3991-113F-79BA-0E747AF66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A2042-4BBD-2140-ABE3-EFF31F1C4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5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FB5841-B88E-3FCE-B912-0CFFF2846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7" y="937452"/>
            <a:ext cx="12184195" cy="4979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730CB8-6445-EB6B-FC79-88B70675B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541" y="837559"/>
            <a:ext cx="7772400" cy="3202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BAFAA4-2483-CEA0-F200-5F17F7E026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/>
        </p:blipFill>
        <p:spPr>
          <a:xfrm>
            <a:off x="4307541" y="4171725"/>
            <a:ext cx="7772400" cy="1613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5A77E4-1A1E-6001-9F01-F5CA4691FF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707"/>
          <a:stretch/>
        </p:blipFill>
        <p:spPr>
          <a:xfrm>
            <a:off x="1865939" y="3641391"/>
            <a:ext cx="2538904" cy="214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15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Vahidullah Tac</dc:creator>
  <cp:lastModifiedBy>Vahidullah Tac</cp:lastModifiedBy>
  <cp:revision>1</cp:revision>
  <dcterms:created xsi:type="dcterms:W3CDTF">2025-10-27T17:48:07Z</dcterms:created>
  <dcterms:modified xsi:type="dcterms:W3CDTF">2025-10-27T17:51:13Z</dcterms:modified>
</cp:coreProperties>
</file>