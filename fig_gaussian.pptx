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68"/>
  </p:normalViewPr>
  <p:slideViewPr>
    <p:cSldViewPr snapToGrid="0">
      <p:cViewPr>
        <p:scale>
          <a:sx n="182" d="100"/>
          <a:sy n="182" d="100"/>
        </p:scale>
        <p:origin x="144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33D4FB-CA27-6445-99D6-590ACFAB4065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2D83D5-DC7E-F346-8B4A-56196CA84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171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row: Maximum principal strain at lambda = 1.05, 1.1, 1.15, 1.2</a:t>
            </a:r>
          </a:p>
          <a:p>
            <a:r>
              <a:rPr lang="en-US" dirty="0"/>
              <a:t>Middle row and bottom row:  </a:t>
            </a:r>
            <a:r>
              <a:rPr lang="en-US" dirty="0" err="1"/>
              <a:t>P_xx</a:t>
            </a:r>
            <a:r>
              <a:rPr lang="en-US" dirty="0"/>
              <a:t> in </a:t>
            </a:r>
            <a:r>
              <a:rPr lang="en-US" dirty="0" err="1"/>
              <a:t>equibiaxial</a:t>
            </a:r>
            <a:r>
              <a:rPr lang="en-US" dirty="0"/>
              <a:t> loading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2D83D5-DC7E-F346-8B4A-56196CA847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724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820F7-6A6E-9A18-FC13-07ABF55A6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4612EA-97CA-2D80-1273-F04D9F68A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CF8A8-74E1-3D47-A39D-5E5BEC24C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542A-8EA3-4E4F-AA16-47AE43C18AEB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03D59-F2B6-EE4A-6B9D-2F80DFAF5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C0E53-295D-95D7-FF8F-4FF937BD0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2C2F6-D6CD-F743-AEBB-3F2963160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30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3527E-BA11-C9F8-A575-A117F4832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1FEE6-4878-C0FE-556B-499BC5196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B0C4A-7393-D83A-9926-EEB3CA67F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542A-8EA3-4E4F-AA16-47AE43C18AEB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273AD-86A3-28FF-6D60-83FB003AC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B00E1-79D5-71B3-0F82-A1926C20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2C2F6-D6CD-F743-AEBB-3F2963160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382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CD369-5B93-9469-494A-AAC104988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1BD86-9B59-51E8-F0F4-7EED9C358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AFF57-3D19-4F41-5CF7-FB2F8742A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542A-8EA3-4E4F-AA16-47AE43C18AEB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90E88-21B5-E616-8E50-456638FD0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1D07B-C41C-2A75-2175-1A57FE370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2C2F6-D6CD-F743-AEBB-3F2963160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228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A7AD-00C4-2390-6890-F6903FC23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62C69-32E0-6556-3129-24F4FBA210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EFA0CF-90C8-3FD6-7E14-A8D234300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01977-7BF9-747C-C17D-A179D7CF5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542A-8EA3-4E4F-AA16-47AE43C18AEB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A37308-849B-1849-5E1A-9D110DD0A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2CFA7-D12D-9E42-1EFE-342FB8336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2C2F6-D6CD-F743-AEBB-3F2963160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64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18295-B33F-8106-3F78-19A6BC906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C8293-955E-F8CA-D17E-76456E065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BF118C-067E-172B-F741-118FE58DC6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51471A-10EC-98F2-7A6D-EB4C12B4B2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0FC60B-B4F8-083E-5A21-AEAF96F2AE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2DFBF5-B395-F7AE-6EE9-EBAB06B30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542A-8EA3-4E4F-AA16-47AE43C18AEB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A304E1-6A0C-3B8C-99E9-5E9701BD9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242B19-6F7B-C8B8-0084-E99AD61C9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2C2F6-D6CD-F743-AEBB-3F2963160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420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9B475-8A24-F1B1-E371-A2EB14FB1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50EC06-DAEB-75FB-E1BD-C6B5FE1EC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542A-8EA3-4E4F-AA16-47AE43C18AEB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09866-E5D6-56C3-2470-766F0A8FE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D80C2-CB8C-0BE9-7B8C-59E364200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2C2F6-D6CD-F743-AEBB-3F2963160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936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4825FE-3ED9-3694-8AE0-9536BF4D4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542A-8EA3-4E4F-AA16-47AE43C18AEB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1FDC29-4718-D2BC-59C8-3FA9E3933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190AE-2B26-60D2-A472-5FDC5F96C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2C2F6-D6CD-F743-AEBB-3F2963160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00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F22D7-8DE1-ED35-D48E-0F8B95757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7B8BA-D335-9364-2CAF-D81ECF0F5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2F004-7A95-CC4F-005A-1FDFFF6EE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77004-6135-5481-7DBC-19E070104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542A-8EA3-4E4F-AA16-47AE43C18AEB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30E24-C2F6-B1C1-10B4-2AFA961EC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46B72-AC0F-114D-86A3-D6C96A5E3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2C2F6-D6CD-F743-AEBB-3F2963160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439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BF0F6-73B9-F6FA-4730-C44BDEDAD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16616B-C19E-BBBB-DED8-25ACACE11F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4D5C61-93AC-8419-507A-3E4FBEACA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FA68C-B4C7-B8E5-B891-AF557A97A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542A-8EA3-4E4F-AA16-47AE43C18AEB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B7652-1A10-7354-4EC4-599075D2D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DEB9B-0E16-116E-4DD0-62F15A7B3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2C2F6-D6CD-F743-AEBB-3F2963160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92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A9F0-3F86-11D4-4732-FAF80CE9D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96741D-8568-FE91-54CB-095F7BF047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8FBFD-7D80-4DEC-E4C9-768278C02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542A-8EA3-4E4F-AA16-47AE43C18AEB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B753E-8869-E9AE-CE23-00033BB31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4C0D7-5AE6-42CB-AF52-E2AA9045C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2C2F6-D6CD-F743-AEBB-3F2963160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33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771BBF-6A8C-43C0-CE2B-1C04B5B34C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F7BA8A-C1FC-917F-306A-ECF3DA78B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805A4-9098-CA78-8DF6-1E14850F3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542A-8EA3-4E4F-AA16-47AE43C18AEB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E6595-EAD6-95AC-C9CE-296994382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9BD9D-3FF3-DF1D-A86D-B5C77D287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2C2F6-D6CD-F743-AEBB-3F2963160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892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AFDB75-DDDF-899C-6C01-0641758D0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AB884-9D3C-2510-60F0-2F65D7447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075B2-426D-1004-8F5C-84463866DB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BC542A-8EA3-4E4F-AA16-47AE43C18AEB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7F651-CC70-86D2-9BEF-DC92A3735C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803DD-A4D6-A584-9218-CCFE2B5466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F2C2F6-D6CD-F743-AEBB-3F2963160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783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screen&#10;&#10;AI-generated content may be incorrect.">
            <a:extLst>
              <a:ext uri="{FF2B5EF4-FFF2-40B4-BE49-F238E27FC236}">
                <a16:creationId xmlns:a16="http://schemas.microsoft.com/office/drawing/2014/main" id="{E6B54D79-D56C-4028-D5F4-87FC7D43D1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09" t="15666" r="81637" b="10364"/>
          <a:stretch/>
        </p:blipFill>
        <p:spPr>
          <a:xfrm>
            <a:off x="2381535" y="771100"/>
            <a:ext cx="1255594" cy="1248770"/>
          </a:xfrm>
          <a:prstGeom prst="rect">
            <a:avLst/>
          </a:prstGeom>
        </p:spPr>
      </p:pic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E03B386-F778-ED68-453E-8D91DA088E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10" t="59530" r="82885" b="5044"/>
          <a:stretch/>
        </p:blipFill>
        <p:spPr>
          <a:xfrm>
            <a:off x="2381535" y="2350007"/>
            <a:ext cx="1255594" cy="1248770"/>
          </a:xfrm>
          <a:prstGeom prst="rect">
            <a:avLst/>
          </a:prstGeom>
        </p:spPr>
      </p:pic>
      <p:pic>
        <p:nvPicPr>
          <p:cNvPr id="10" name="Picture 9" descr="A comparison of different colors of a person's body&#10;&#10;AI-generated content may be incorrect.">
            <a:extLst>
              <a:ext uri="{FF2B5EF4-FFF2-40B4-BE49-F238E27FC236}">
                <a16:creationId xmlns:a16="http://schemas.microsoft.com/office/drawing/2014/main" id="{6EA482FA-D0CB-3B8A-316C-72BF5F7480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386" t="16125" r="49872" b="9877"/>
          <a:stretch/>
        </p:blipFill>
        <p:spPr>
          <a:xfrm>
            <a:off x="2381535" y="4080676"/>
            <a:ext cx="1790896" cy="1248771"/>
          </a:xfrm>
          <a:prstGeom prst="rect">
            <a:avLst/>
          </a:prstGeom>
        </p:spPr>
      </p:pic>
      <p:pic>
        <p:nvPicPr>
          <p:cNvPr id="11" name="Picture 10" descr="A comparison of different colors of a person's body&#10;&#10;AI-generated content may be incorrect.">
            <a:extLst>
              <a:ext uri="{FF2B5EF4-FFF2-40B4-BE49-F238E27FC236}">
                <a16:creationId xmlns:a16="http://schemas.microsoft.com/office/drawing/2014/main" id="{484EF3D8-8FB4-010A-71F1-282D54F840A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5865" t="16161" r="-1" b="9843"/>
          <a:stretch/>
        </p:blipFill>
        <p:spPr>
          <a:xfrm>
            <a:off x="6840630" y="4080677"/>
            <a:ext cx="1728025" cy="1248770"/>
          </a:xfrm>
          <a:prstGeom prst="rect">
            <a:avLst/>
          </a:prstGeom>
        </p:spPr>
      </p:pic>
      <p:pic>
        <p:nvPicPr>
          <p:cNvPr id="13" name="Picture 12" descr="A graph of a function&#10;&#10;AI-generated content may be incorrect.">
            <a:extLst>
              <a:ext uri="{FF2B5EF4-FFF2-40B4-BE49-F238E27FC236}">
                <a16:creationId xmlns:a16="http://schemas.microsoft.com/office/drawing/2014/main" id="{5D20D1E3-1314-7E22-1C4E-1150EFDEF89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67425"/>
          <a:stretch/>
        </p:blipFill>
        <p:spPr>
          <a:xfrm>
            <a:off x="4214238" y="3827459"/>
            <a:ext cx="826930" cy="847870"/>
          </a:xfrm>
          <a:prstGeom prst="rect">
            <a:avLst/>
          </a:prstGeom>
        </p:spPr>
      </p:pic>
      <p:pic>
        <p:nvPicPr>
          <p:cNvPr id="14" name="Picture 13" descr="A graph of a function&#10;&#10;AI-generated content may be incorrect.">
            <a:extLst>
              <a:ext uri="{FF2B5EF4-FFF2-40B4-BE49-F238E27FC236}">
                <a16:creationId xmlns:a16="http://schemas.microsoft.com/office/drawing/2014/main" id="{C2CB98C3-826F-E8D7-70B3-23F5F61557F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2574" r="34851"/>
          <a:stretch/>
        </p:blipFill>
        <p:spPr>
          <a:xfrm>
            <a:off x="5123494" y="4080676"/>
            <a:ext cx="826930" cy="847870"/>
          </a:xfrm>
          <a:prstGeom prst="rect">
            <a:avLst/>
          </a:prstGeom>
        </p:spPr>
      </p:pic>
      <p:pic>
        <p:nvPicPr>
          <p:cNvPr id="15" name="Picture 14" descr="A graph of a function&#10;&#10;AI-generated content may be incorrect.">
            <a:extLst>
              <a:ext uri="{FF2B5EF4-FFF2-40B4-BE49-F238E27FC236}">
                <a16:creationId xmlns:a16="http://schemas.microsoft.com/office/drawing/2014/main" id="{16C57E0D-DAD2-BA0D-FBB2-D698407BC96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5150"/>
          <a:stretch/>
        </p:blipFill>
        <p:spPr>
          <a:xfrm>
            <a:off x="5653663" y="4905512"/>
            <a:ext cx="884673" cy="847870"/>
          </a:xfrm>
          <a:prstGeom prst="rect">
            <a:avLst/>
          </a:prstGeom>
        </p:spPr>
      </p:pic>
      <p:pic>
        <p:nvPicPr>
          <p:cNvPr id="16" name="Picture 15" descr="A close up of a screen&#10;&#10;AI-generated content may be incorrect.">
            <a:extLst>
              <a:ext uri="{FF2B5EF4-FFF2-40B4-BE49-F238E27FC236}">
                <a16:creationId xmlns:a16="http://schemas.microsoft.com/office/drawing/2014/main" id="{B79B4F14-2A3C-2016-449D-786F7A4C67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582" t="15666" r="56264" b="10364"/>
          <a:stretch/>
        </p:blipFill>
        <p:spPr>
          <a:xfrm>
            <a:off x="3867900" y="771100"/>
            <a:ext cx="1255594" cy="1248770"/>
          </a:xfrm>
          <a:prstGeom prst="rect">
            <a:avLst/>
          </a:prstGeom>
        </p:spPr>
      </p:pic>
      <p:pic>
        <p:nvPicPr>
          <p:cNvPr id="17" name="Picture 16" descr="A close up of a screen&#10;&#10;AI-generated content may be incorrect.">
            <a:extLst>
              <a:ext uri="{FF2B5EF4-FFF2-40B4-BE49-F238E27FC236}">
                <a16:creationId xmlns:a16="http://schemas.microsoft.com/office/drawing/2014/main" id="{DC138F08-A0D9-E69F-D08C-8D3AB5CA57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955" t="15666" r="30890" b="10364"/>
          <a:stretch/>
        </p:blipFill>
        <p:spPr>
          <a:xfrm>
            <a:off x="5354265" y="771100"/>
            <a:ext cx="1255594" cy="1248770"/>
          </a:xfrm>
          <a:prstGeom prst="rect">
            <a:avLst/>
          </a:prstGeom>
        </p:spPr>
      </p:pic>
      <p:pic>
        <p:nvPicPr>
          <p:cNvPr id="18" name="Picture 17" descr="A close up of a screen&#10;&#10;AI-generated content may be incorrect.">
            <a:extLst>
              <a:ext uri="{FF2B5EF4-FFF2-40B4-BE49-F238E27FC236}">
                <a16:creationId xmlns:a16="http://schemas.microsoft.com/office/drawing/2014/main" id="{40EE6ED2-4BFC-3F0C-76D4-6EB637A205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328" t="15666" b="10364"/>
          <a:stretch/>
        </p:blipFill>
        <p:spPr>
          <a:xfrm>
            <a:off x="6840630" y="771100"/>
            <a:ext cx="1684359" cy="1248770"/>
          </a:xfrm>
          <a:prstGeom prst="rect">
            <a:avLst/>
          </a:prstGeom>
        </p:spPr>
      </p:pic>
      <p:pic>
        <p:nvPicPr>
          <p:cNvPr id="19" name="Picture 1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F6D983B-BA6B-D80D-732A-1D50515BDE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969" t="59530" r="57126" b="5044"/>
          <a:stretch/>
        </p:blipFill>
        <p:spPr>
          <a:xfrm>
            <a:off x="3867900" y="2350007"/>
            <a:ext cx="1255594" cy="1248770"/>
          </a:xfrm>
          <a:prstGeom prst="rect">
            <a:avLst/>
          </a:prstGeom>
        </p:spPr>
      </p:pic>
      <p:pic>
        <p:nvPicPr>
          <p:cNvPr id="20" name="Picture 1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2A20479-2E4D-5143-1F8A-3F9F309FE1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728" t="59530" r="31367" b="5044"/>
          <a:stretch/>
        </p:blipFill>
        <p:spPr>
          <a:xfrm>
            <a:off x="5354265" y="2350007"/>
            <a:ext cx="1255594" cy="1248770"/>
          </a:xfrm>
          <a:prstGeom prst="rect">
            <a:avLst/>
          </a:prstGeom>
        </p:spPr>
      </p:pic>
      <p:pic>
        <p:nvPicPr>
          <p:cNvPr id="21" name="Picture 2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877EAD7-D173-C7A5-7FB1-9407D95BC9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487" t="59530" b="5044"/>
          <a:stretch/>
        </p:blipFill>
        <p:spPr>
          <a:xfrm>
            <a:off x="6840630" y="2350007"/>
            <a:ext cx="1728025" cy="124877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70012A7-5B90-1863-D9A5-5300C6CE44E6}"/>
              </a:ext>
            </a:extLst>
          </p:cNvPr>
          <p:cNvSpPr txBox="1"/>
          <p:nvPr/>
        </p:nvSpPr>
        <p:spPr>
          <a:xfrm>
            <a:off x="2289587" y="494101"/>
            <a:ext cx="30524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Observed strain fields (maximum principal)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95C254-384F-3494-1DAF-7EF2019BF5E5}"/>
              </a:ext>
            </a:extLst>
          </p:cNvPr>
          <p:cNvSpPr txBox="1"/>
          <p:nvPr/>
        </p:nvSpPr>
        <p:spPr>
          <a:xfrm>
            <a:off x="2289587" y="2073008"/>
            <a:ext cx="19960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Reconstructed stress fields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1EC0D2-8484-EEF9-1491-2F269526FBBC}"/>
              </a:ext>
            </a:extLst>
          </p:cNvPr>
          <p:cNvSpPr txBox="1"/>
          <p:nvPr/>
        </p:nvSpPr>
        <p:spPr>
          <a:xfrm>
            <a:off x="2289587" y="3780642"/>
            <a:ext cx="17818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c) Ground truth material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AF1F0A-E49E-2C80-021A-8425EC2D2F62}"/>
              </a:ext>
            </a:extLst>
          </p:cNvPr>
          <p:cNvSpPr txBox="1"/>
          <p:nvPr/>
        </p:nvSpPr>
        <p:spPr>
          <a:xfrm>
            <a:off x="6810519" y="3780642"/>
            <a:ext cx="15643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d) Identified material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670D077-DDC6-4067-EB37-D71EC9459E2D}"/>
              </a:ext>
            </a:extLst>
          </p:cNvPr>
          <p:cNvCxnSpPr/>
          <p:nvPr/>
        </p:nvCxnSpPr>
        <p:spPr>
          <a:xfrm>
            <a:off x="3637129" y="5199797"/>
            <a:ext cx="2313295" cy="245660"/>
          </a:xfrm>
          <a:prstGeom prst="straightConnector1">
            <a:avLst/>
          </a:prstGeom>
          <a:ln w="952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CDD6709-159A-4A52-CA58-926096A52F44}"/>
              </a:ext>
            </a:extLst>
          </p:cNvPr>
          <p:cNvCxnSpPr>
            <a:cxnSpLocks/>
          </p:cNvCxnSpPr>
          <p:nvPr/>
        </p:nvCxnSpPr>
        <p:spPr>
          <a:xfrm flipH="1">
            <a:off x="6241578" y="5199797"/>
            <a:ext cx="1878840" cy="47767"/>
          </a:xfrm>
          <a:prstGeom prst="straightConnector1">
            <a:avLst/>
          </a:prstGeom>
          <a:ln w="9525"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544D480-4EA9-F903-D9F2-3EF96F9C1FD5}"/>
              </a:ext>
            </a:extLst>
          </p:cNvPr>
          <p:cNvCxnSpPr>
            <a:cxnSpLocks/>
          </p:cNvCxnSpPr>
          <p:nvPr/>
        </p:nvCxnSpPr>
        <p:spPr>
          <a:xfrm flipV="1">
            <a:off x="2705947" y="4647057"/>
            <a:ext cx="2705390" cy="217087"/>
          </a:xfrm>
          <a:prstGeom prst="straightConnector1">
            <a:avLst/>
          </a:prstGeom>
          <a:ln w="952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727DC67-7DB7-167E-6187-E202350BD18E}"/>
              </a:ext>
            </a:extLst>
          </p:cNvPr>
          <p:cNvCxnSpPr>
            <a:cxnSpLocks/>
          </p:cNvCxnSpPr>
          <p:nvPr/>
        </p:nvCxnSpPr>
        <p:spPr>
          <a:xfrm flipH="1" flipV="1">
            <a:off x="5740400" y="4351867"/>
            <a:ext cx="1440598" cy="512277"/>
          </a:xfrm>
          <a:prstGeom prst="straightConnector1">
            <a:avLst/>
          </a:prstGeom>
          <a:ln w="9525"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4F84F26-7594-A955-4746-7AF70996CB4E}"/>
              </a:ext>
            </a:extLst>
          </p:cNvPr>
          <p:cNvCxnSpPr>
            <a:cxnSpLocks/>
          </p:cNvCxnSpPr>
          <p:nvPr/>
        </p:nvCxnSpPr>
        <p:spPr>
          <a:xfrm>
            <a:off x="2854325" y="4311404"/>
            <a:ext cx="1733441" cy="59283"/>
          </a:xfrm>
          <a:prstGeom prst="straightConnector1">
            <a:avLst/>
          </a:prstGeom>
          <a:ln w="952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D158388-988E-1465-262D-5E7F9F25654F}"/>
              </a:ext>
            </a:extLst>
          </p:cNvPr>
          <p:cNvCxnSpPr>
            <a:cxnSpLocks/>
          </p:cNvCxnSpPr>
          <p:nvPr/>
        </p:nvCxnSpPr>
        <p:spPr>
          <a:xfrm flipH="1" flipV="1">
            <a:off x="4916829" y="3972274"/>
            <a:ext cx="2431224" cy="356557"/>
          </a:xfrm>
          <a:prstGeom prst="straightConnector1">
            <a:avLst/>
          </a:prstGeom>
          <a:ln w="9525"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F05A1BB-0757-A2CA-B8C2-F55BF46ED8D8}"/>
              </a:ext>
            </a:extLst>
          </p:cNvPr>
          <p:cNvSpPr txBox="1"/>
          <p:nvPr/>
        </p:nvSpPr>
        <p:spPr>
          <a:xfrm>
            <a:off x="8087759" y="3471796"/>
            <a:ext cx="56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</a:t>
            </a:r>
            <a:r>
              <a:rPr lang="en-US" sz="1200" dirty="0" err="1"/>
              <a:t>Mpa</a:t>
            </a:r>
            <a:r>
              <a:rPr lang="en-US" sz="1200" dirty="0"/>
              <a:t>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06EB75-8D2A-36AA-BC95-9A56BA29A350}"/>
              </a:ext>
            </a:extLst>
          </p:cNvPr>
          <p:cNvSpPr txBox="1"/>
          <p:nvPr/>
        </p:nvSpPr>
        <p:spPr>
          <a:xfrm>
            <a:off x="8129283" y="5184127"/>
            <a:ext cx="56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</a:t>
            </a:r>
            <a:r>
              <a:rPr lang="en-US" sz="1200" dirty="0" err="1"/>
              <a:t>Mpa</a:t>
            </a:r>
            <a:r>
              <a:rPr lang="en-US" sz="1200" dirty="0"/>
              <a:t>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C654151-B428-73A2-99DD-4DC679BF5BD6}"/>
              </a:ext>
            </a:extLst>
          </p:cNvPr>
          <p:cNvSpPr txBox="1"/>
          <p:nvPr/>
        </p:nvSpPr>
        <p:spPr>
          <a:xfrm>
            <a:off x="3603914" y="5190285"/>
            <a:ext cx="56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</a:t>
            </a:r>
            <a:r>
              <a:rPr lang="en-US" sz="1200" dirty="0" err="1"/>
              <a:t>Mpa</a:t>
            </a:r>
            <a:r>
              <a:rPr lang="en-US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28401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61</Words>
  <Application>Microsoft Macintosh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Vahidullah Tac</dc:creator>
  <cp:lastModifiedBy>Vahidullah Tac</cp:lastModifiedBy>
  <cp:revision>2</cp:revision>
  <dcterms:created xsi:type="dcterms:W3CDTF">2025-10-17T17:49:03Z</dcterms:created>
  <dcterms:modified xsi:type="dcterms:W3CDTF">2025-10-17T19:01:08Z</dcterms:modified>
</cp:coreProperties>
</file>