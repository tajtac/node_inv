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567"/>
    <a:srgbClr val="9CA5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/>
    <p:restoredTop sz="94634"/>
  </p:normalViewPr>
  <p:slideViewPr>
    <p:cSldViewPr snapToGrid="0">
      <p:cViewPr>
        <p:scale>
          <a:sx n="147" d="100"/>
          <a:sy n="147" d="100"/>
        </p:scale>
        <p:origin x="136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164E4-F2C2-9647-8798-9E6108B7A2D7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05533-798B-D14D-94A5-1D4AFE12F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3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405533-798B-D14D-94A5-1D4AFE12FA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12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A540-5A1A-9994-718C-B2ACA5CE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DBA10-466A-0081-6341-59C805CDA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1C6C5-936C-AB24-BBA4-2EF2035BB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02CF-CD43-1925-B03C-B501E93D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7A3F4-72CD-9917-BEFF-048EF484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7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468E-5BF0-925A-A831-BA3B9891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97B-8BE8-16E5-EF27-778E1FF5F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4A3AA-A825-EE3A-5B31-27847110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F8BE6-6A90-D83F-EE96-4AFE25B5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77A86-1DD8-361C-A1CF-66D0ADC4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0891-D20F-A9B6-FAAA-E670A5CF7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74744-5DED-E728-9BDD-07D7A604B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79C6C-05E7-FB36-D869-138A619D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8F81-8730-17BD-2B1E-80085246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6CBCF-A072-BC03-7D8C-80262A23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CA8B-EB53-1477-1EBE-0B70D7A3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F386-5A8C-DCF3-D699-7CB01B8C8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6C23D-22D5-390B-5A35-1F6B3BB9C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997D8-EFC2-9C31-A906-04ACCBEC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FF4B9-BF36-DD57-E8E3-6CEB309F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3E1D-A61B-A048-22F9-A1B08EDB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5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B713-9921-F679-7B7A-190B6FC9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E5943-F4C8-3379-647D-3F1254B0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B33C6-CFD1-E319-FC73-4885A0037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E617C-CD17-002D-CD3A-9E5259E82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D006E-B3A8-7C4D-1AA3-2975B6042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1B44C-3DAF-6A4E-C6B3-17C096C5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3E51ED-AD13-4BB1-6E7A-1D7BF0EA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037C9-C27A-9FA0-5811-A656E72E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5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62FA-91C7-9944-5274-0250D2A5B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C1766-CE3A-BD91-B066-7BEE72DB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037C0-5580-585C-45DD-ADCDC8F9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AE532-6560-10DF-B606-D3837798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7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B2834-A978-DF0D-09CB-D8B9203B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42258-745D-C2A3-0883-8D1E24B9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08E76-8CC7-FBC1-6311-0F25EC36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0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BECC-821C-13D2-F3B0-65F86E71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34E4-5633-A135-36DF-161E6FC1D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DDC42-F9E7-816E-271B-508F7F155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BFE73-FC28-6845-C338-C260A6D9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804A0-32CC-D262-7480-C30B1A149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CEA0D-4AA7-3D47-7D4B-684DA675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7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81A7-7D0B-8C2F-41A8-EFFC9E23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A0533-FF9E-1F72-F5ED-94FCE4539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8EE08-AA46-6316-57DC-9CECF3BAC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8C560-382B-F6C2-5A60-4A6D553C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48A20-3902-1250-3286-B83C99CCB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92553-45AE-0F79-55D0-EFC46A4A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5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F3E8-9DA3-7E0A-9FDA-DD44C2F2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F97B2-2409-F1A8-D356-5D3E40E2D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DDFE4-E62F-1FB6-3110-36087090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6AA25-923C-A5F8-B0DA-F4DD8309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06C09-B94E-5825-6A3C-5344CC44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E2D90-7903-8D81-3705-B644F95E3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F9703-9711-4BF4-B1F4-BF87E990E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42166-297F-1006-77CA-258137CF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0682D-49FE-E795-9AC7-51F82B26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F6555-8713-11EF-116D-532EEF20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3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09496-3179-B850-AA4F-0F9571D4C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9ED9A-2E3E-565F-84AD-7A19791AD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834E0-FF65-B0E0-CDC4-F814564EC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ED0D2-2B4D-734D-8F22-5AD96BEEB784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161D-96F9-47EC-072B-271C28B22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80F50-291D-0A08-9450-C9F73CB1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FDF1B-00BB-FD4E-8900-89622219F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9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C60F12-D96B-36ED-46B1-DE287EDE3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470" y="0"/>
            <a:ext cx="8891708" cy="6870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78EBB8-7F79-2C40-5B04-902F40672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18" t="15837" r="81603" b="11072"/>
          <a:stretch/>
        </p:blipFill>
        <p:spPr>
          <a:xfrm>
            <a:off x="2689412" y="683878"/>
            <a:ext cx="1383126" cy="1352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CFE79A-515C-420E-3031-19D12D020F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31" t="15837" r="56191" b="11072"/>
          <a:stretch/>
        </p:blipFill>
        <p:spPr>
          <a:xfrm>
            <a:off x="4525896" y="683878"/>
            <a:ext cx="1383127" cy="1352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CADB14-9780-E308-C97D-EB028FCB56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53" t="15837" r="30868" b="11072"/>
          <a:stretch/>
        </p:blipFill>
        <p:spPr>
          <a:xfrm>
            <a:off x="6354698" y="683878"/>
            <a:ext cx="1383127" cy="1352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025542-3CD8-A48C-5A6F-CE2378B3C1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176" t="15837" b="11072"/>
          <a:stretch/>
        </p:blipFill>
        <p:spPr>
          <a:xfrm>
            <a:off x="8244972" y="683878"/>
            <a:ext cx="1854362" cy="1352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5F07BF-B7CF-E8D6-42AB-2A9AED29E0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6" t="59243" r="82638" b="4950"/>
          <a:stretch/>
        </p:blipFill>
        <p:spPr>
          <a:xfrm>
            <a:off x="2689412" y="2650992"/>
            <a:ext cx="1383126" cy="134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52A3E8-A4D5-2F7B-679E-3CA9B18BB6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863" t="59243" r="57282" b="4950"/>
          <a:stretch/>
        </p:blipFill>
        <p:spPr>
          <a:xfrm>
            <a:off x="4525896" y="2650992"/>
            <a:ext cx="1337024" cy="1346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7DF1F0-33B3-7C75-51F3-7AA617BE88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644" t="59243" r="31502" b="4950"/>
          <a:stretch/>
        </p:blipFill>
        <p:spPr>
          <a:xfrm>
            <a:off x="6400801" y="2650992"/>
            <a:ext cx="1337024" cy="1346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5218DE-79F5-94BF-CFFC-B6A4A71928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398" t="59243" r="1" b="4950"/>
          <a:stretch/>
        </p:blipFill>
        <p:spPr>
          <a:xfrm>
            <a:off x="8275706" y="2650992"/>
            <a:ext cx="1854362" cy="1346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84E850-E3C6-B1A0-2297-D13BFF7222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893"/>
          <a:stretch/>
        </p:blipFill>
        <p:spPr>
          <a:xfrm>
            <a:off x="8311706" y="4778707"/>
            <a:ext cx="1617094" cy="1623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DFC919-6CFA-544E-1C4A-25ABFB40B9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184"/>
          <a:stretch/>
        </p:blipFill>
        <p:spPr>
          <a:xfrm>
            <a:off x="6307243" y="4762550"/>
            <a:ext cx="1687601" cy="16392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82EABBD-11D7-40E4-E276-9E812FAF77AD}"/>
              </a:ext>
            </a:extLst>
          </p:cNvPr>
          <p:cNvGrpSpPr/>
          <p:nvPr/>
        </p:nvGrpSpPr>
        <p:grpSpPr>
          <a:xfrm>
            <a:off x="4518306" y="4821729"/>
            <a:ext cx="1344614" cy="1346699"/>
            <a:chOff x="8095874" y="2568717"/>
            <a:chExt cx="1235994" cy="12379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7F0D49-0464-58CB-FCB4-6202485FA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8136" t="16717" r="5962" b="10564"/>
            <a:stretch/>
          </p:blipFill>
          <p:spPr>
            <a:xfrm>
              <a:off x="8095874" y="2568717"/>
              <a:ext cx="1235994" cy="1237910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31F5B26-52F0-EC96-E039-DFC020D80C75}"/>
                </a:ext>
              </a:extLst>
            </p:cNvPr>
            <p:cNvSpPr/>
            <p:nvPr/>
          </p:nvSpPr>
          <p:spPr>
            <a:xfrm>
              <a:off x="8585784" y="2650992"/>
              <a:ext cx="125046" cy="125046"/>
            </a:xfrm>
            <a:prstGeom prst="ellipse">
              <a:avLst/>
            </a:prstGeom>
            <a:solidFill>
              <a:srgbClr val="9CA5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37D8841-B9E0-A767-1114-65FA3CB36E18}"/>
                </a:ext>
              </a:extLst>
            </p:cNvPr>
            <p:cNvSpPr/>
            <p:nvPr/>
          </p:nvSpPr>
          <p:spPr>
            <a:xfrm>
              <a:off x="8585784" y="2984934"/>
              <a:ext cx="125046" cy="125046"/>
            </a:xfrm>
            <a:prstGeom prst="ellipse">
              <a:avLst/>
            </a:prstGeom>
            <a:solidFill>
              <a:srgbClr val="3865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D48B82-8711-F43F-AAB9-261FFE7A6635}"/>
              </a:ext>
            </a:extLst>
          </p:cNvPr>
          <p:cNvGrpSpPr/>
          <p:nvPr/>
        </p:nvGrpSpPr>
        <p:grpSpPr>
          <a:xfrm>
            <a:off x="4405344" y="6168428"/>
            <a:ext cx="1457576" cy="388725"/>
            <a:chOff x="4427182" y="6168428"/>
            <a:chExt cx="1457576" cy="38872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6650BB9-ADE5-B883-5B17-AAAFE7308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95585" t="17792" r="1850" b="7089"/>
            <a:stretch/>
          </p:blipFill>
          <p:spPr>
            <a:xfrm rot="5400000">
              <a:off x="5042342" y="5553268"/>
              <a:ext cx="227256" cy="145757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F734AB-2848-7CB1-307E-BCAF6CA54C77}"/>
                </a:ext>
              </a:extLst>
            </p:cNvPr>
            <p:cNvSpPr txBox="1"/>
            <p:nvPr/>
          </p:nvSpPr>
          <p:spPr>
            <a:xfrm>
              <a:off x="4483381" y="6341709"/>
              <a:ext cx="3225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0.8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DB9109-6A59-0BE8-BE5B-63AAA0ED23C0}"/>
                </a:ext>
              </a:extLst>
            </p:cNvPr>
            <p:cNvSpPr txBox="1"/>
            <p:nvPr/>
          </p:nvSpPr>
          <p:spPr>
            <a:xfrm>
              <a:off x="5327931" y="6341709"/>
              <a:ext cx="3225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1.1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537F03-9569-5262-7BFB-C18BE00E8B8F}"/>
                </a:ext>
              </a:extLst>
            </p:cNvPr>
            <p:cNvSpPr txBox="1"/>
            <p:nvPr/>
          </p:nvSpPr>
          <p:spPr>
            <a:xfrm>
              <a:off x="4761795" y="6341709"/>
              <a:ext cx="3225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0.9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03B158-47AE-6EA4-C667-A9C8D88EBA34}"/>
                </a:ext>
              </a:extLst>
            </p:cNvPr>
            <p:cNvSpPr txBox="1"/>
            <p:nvPr/>
          </p:nvSpPr>
          <p:spPr>
            <a:xfrm>
              <a:off x="5040209" y="6341709"/>
              <a:ext cx="3225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1.0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D5CD831-9685-5870-7D18-41FF529CEC97}"/>
              </a:ext>
            </a:extLst>
          </p:cNvPr>
          <p:cNvSpPr txBox="1"/>
          <p:nvPr/>
        </p:nvSpPr>
        <p:spPr>
          <a:xfrm>
            <a:off x="5491386" y="6337096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 (Pa)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7E972-5AFA-38F2-F7E0-BE5AACB73EA5}"/>
              </a:ext>
            </a:extLst>
          </p:cNvPr>
          <p:cNvSpPr txBox="1"/>
          <p:nvPr/>
        </p:nvSpPr>
        <p:spPr>
          <a:xfrm>
            <a:off x="9735198" y="2543270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 (Pa)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5CCB2-A428-A2E7-2A25-5CF538329D75}"/>
              </a:ext>
            </a:extLst>
          </p:cNvPr>
          <p:cNvSpPr txBox="1"/>
          <p:nvPr/>
        </p:nvSpPr>
        <p:spPr>
          <a:xfrm>
            <a:off x="9719102" y="622873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 (Pa)</a:t>
            </a:r>
          </a:p>
        </p:txBody>
      </p:sp>
    </p:spTree>
    <p:extLst>
      <p:ext uri="{BB962C8B-B14F-4D97-AF65-F5344CB8AC3E}">
        <p14:creationId xmlns:p14="http://schemas.microsoft.com/office/powerpoint/2010/main" val="194688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</Words>
  <Application>Microsoft Macintosh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Vahidullah Tac</dc:creator>
  <cp:lastModifiedBy>Vahidullah Tac</cp:lastModifiedBy>
  <cp:revision>5</cp:revision>
  <dcterms:created xsi:type="dcterms:W3CDTF">2025-10-17T19:02:00Z</dcterms:created>
  <dcterms:modified xsi:type="dcterms:W3CDTF">2025-10-28T19:58:47Z</dcterms:modified>
</cp:coreProperties>
</file>